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Patients seeking understandable guidance</a:t>
            </a:r>
            <a:br/>
            <a:br/>
            <a:r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59028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Dermatology image AI and multimodal models</a:t>
            </a:r>
            <a:br/>
            <a:br/>
            <a:r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RAG and medical language models</a:t>
            </a:r>
            <a:br/>
            <a:br/>
            <a:r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Bias, explainability, and governance</a:t>
            </a:r>
            <a:br/>
            <a:br/>
            <a:r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42976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6177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What existing approaches still leave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07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literature shows strong progress, but many systems solve only one part of the dermatology-support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Image-only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systems classify images but do not combine symptoms, history, medications, and patient context in one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Unsafe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Language models can produce fluent but unsupported medical content, even when the answer sounds confident.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Benchmark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High accuracy on static datasets does not prove safe triage, calibration, usability, or clinical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Representation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Skin-tone imbalance, label quality, and dataset shift can reduce reliability for underrepresented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Retrieval can fail through irrelevant, incomplete, stale, or weakly sourced medical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2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Continuity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prototypes do not preserve structured, longitudinal consultation history for follow-up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15584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6FAFC"/>
                </a:solidFill>
                <a:latin typeface="Aptos"/>
              </a:defRPr>
            </a:pPr>
            <a:r>
              <a:t>Research gap: there is a need for a bounded end-to-end support workflow—not just a better image classifier or a larger language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DermTrack's response to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08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gap by integrating complementary components while keeping the system non-diagnostic and human-supervised.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039112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Patient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3969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Structured intake + symptom/history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3969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Moves beyond image-only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" y="2606040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0662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Local trusted RAG + source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06624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Reduces unsupported medical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72968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" y="3172968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Current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73551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Conditional Tavily research with de-identified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73551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Adds bounded, optional web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9896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0664" y="3739896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40480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Red-flag triage + explicit non-diagnostic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Prioritizes escalation over false reassurance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" y="4306824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42569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07408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MongoDB consultation records + GridFS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Preserves organized longitudinal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73752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" y="4873752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99262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97433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Human review, privacy controls, and audit-ready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7433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Supports evaluation before clinical 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81360" cy="53035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79729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Contribution boundary: DermTrack is a research prototype for safer information support—not a validated diagnostic or treatment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A bounded, grounded, human-supervised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09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identified gap by combining multimodal intake, safety triage, trusted evidence retrieval, and persistent consultation context in one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Structured patient details</a:t>
            </a:r>
            <a:br/>
            <a:r>
              <a:t>Optional image upload</a:t>
            </a:r>
            <a:br/>
            <a:r>
              <a:t>Audio transcription through Deepgram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REASONING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Gemini image observations</a:t>
            </a:r>
            <a:br/>
            <a:r>
              <a:t>Safety red-flag triage</a:t>
            </a:r>
            <a:br/>
            <a:r>
              <a:t>LangGraph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EVIDENCE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Local RAG from trusted sources</a:t>
            </a:r>
            <a:br/>
            <a:r>
              <a:t>ChromaDB or Atlas vector search</a:t>
            </a:r>
            <a:br/>
            <a:r>
              <a:t>Conditional Tavily research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6512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27264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Non-diagnostic language</a:t>
            </a:r>
            <a:br/>
            <a:r>
              <a:t>No invented prescriptions</a:t>
            </a:r>
            <a:br/>
            <a:r>
              <a:t>Escalation when warning signs appear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73152" cy="14173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RESPONSE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Evidence-linked educational response</a:t>
            </a:r>
            <a:br/>
            <a:r>
              <a:t>Uncertainty-aware wording</a:t>
            </a:r>
            <a:br/>
            <a:r>
              <a:t>Human professional remains responsible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19872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75904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PERSISTENCE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MongoDB consultation records</a:t>
            </a:r>
            <a:br/>
            <a:r>
              <a:t>GridFS image storage</a:t>
            </a:r>
            <a:br/>
            <a:r>
              <a:t>Longitudinal patient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The proposed solution is an integrated research prototype, not a replacement for clinical diagnosis or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End-to-end 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010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Each stage is bounded, testable, and designed to preserve safety and evidence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7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Patient intake</a:t>
            </a:r>
            <a:br/>
            <a:r>
              <a:t>Text / audio /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1136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23744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2384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Validate fields</a:t>
            </a:r>
            <a:br/>
            <a:r>
              <a:t>Transcribe audio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1" y="3108960"/>
            <a:ext cx="237745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Analyze image</a:t>
            </a:r>
            <a:br/>
            <a:r>
              <a:t>Describe visible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108960"/>
            <a:ext cx="237743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4496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03136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03136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Check red flags</a:t>
            </a:r>
            <a:br/>
            <a:r>
              <a:t>Escalate urgent cases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27264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2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68512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68512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Retrieve trusted sources</a:t>
            </a:r>
            <a:br/>
            <a:r>
              <a:t>Research only when needed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92640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8524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33888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33888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240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Generate bounded answer</a:t>
            </a:r>
            <a:br/>
            <a:r>
              <a:t>Persist consultation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34840"/>
            <a:ext cx="10881360" cy="1005840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663440"/>
            <a:ext cx="1920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636008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FastAPI  ·  LangGraph  ·  Gemini Vision  ·  Deepgram  ·  ChromaDB / Atlas  ·  Tavily  ·  MongoDB + GridFS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Research contribution: a single workflow connects multimodal context, safety checks, evidence retrieval, and longitudinal persistence.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011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2E7F5-5774-5ED4-0D9E-3F7DA093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7" y="1489183"/>
            <a:ext cx="7583946" cy="50559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Role of the database and data-management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separates operational patient data from searchable medical knowledge so each data type can be stored and accessed appropriately.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Operational application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structured patient intake, consultation records, transcripts, image observations, triage outcomes, retrieved-source metadata, generated responses, timestamps, and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82296" cy="2194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7E67"/>
                </a:solidFill>
                <a:latin typeface="Aptos"/>
              </a:defRPr>
            </a:pPr>
            <a:r>
              <a:t>GRIDFS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Large-file image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uploaded JPEG, PNG, and WEBP consultation images separately from the consultation document. The record keeps the GridFS file ID and content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CHROMADB OR ATLAS 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Medical knowledge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trusted-document chunks, embeddings, source URLs, trust tiers, page numbers, and document metadata. It is not used as the patient-record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10881360" cy="841248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2861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DATA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92040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 → Validate → Process → Retrieve evidence → Generate response → Persist consultation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Design principle: patient data remains in the application database, while medical knowledge is indexed separately for retrieval.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Equal technical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Both members contribute to the core implementation, not only documentation or presentation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91440" cy="342900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Annam Akash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23MIA1112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Backend, AI workflow &amp; data engineering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65576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5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FastAPI APIs and LangGraph workflow orchestration.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858768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5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multimodal input handling and Gemini/Deepgram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51959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RAG ingestion, chunking, embeddings, and vector retrieval.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645151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5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MongoDB persistence, GridFS image storage, and consultation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901952"/>
            <a:ext cx="91440" cy="342900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3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B. 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3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23MIA1101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Client experience, evaluation &amp; responsible AI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3465576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the patient/clinician interface and structured intake experience.</a:t>
            </a:r>
          </a:p>
        </p:txBody>
      </p:sp>
      <p:sp>
        <p:nvSpPr>
          <p:cNvPr id="27" name="Oval 26"/>
          <p:cNvSpPr/>
          <p:nvPr/>
        </p:nvSpPr>
        <p:spPr>
          <a:xfrm>
            <a:off x="6528816" y="3858768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response presentation, source citations, and history views.</a:t>
            </a:r>
          </a:p>
        </p:txBody>
      </p:sp>
      <p:sp>
        <p:nvSpPr>
          <p:cNvPr id="29" name="Oval 28"/>
          <p:cNvSpPr/>
          <p:nvPr/>
        </p:nvSpPr>
        <p:spPr>
          <a:xfrm>
            <a:off x="6528816" y="4251959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evaluation datasets, safety tests, usability checks, and error analysis.</a:t>
            </a:r>
          </a:p>
        </p:txBody>
      </p:sp>
      <p:sp>
        <p:nvSpPr>
          <p:cNvPr id="31" name="Oval 30"/>
          <p:cNvSpPr/>
          <p:nvPr/>
        </p:nvSpPr>
        <p:spPr>
          <a:xfrm>
            <a:off x="6528816" y="4645151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 privacy, fairness, documentation, and end-to-end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96128"/>
            <a:ext cx="10881360" cy="566928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77900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SHARED RESPONSIBILITY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751576"/>
            <a:ext cx="8001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Architecture decisions · Git collaboration · Integration testing · Lecturer review · Final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1811</Words>
  <Application>Microsoft Office PowerPoint</Application>
  <PresentationFormat>Widescreen</PresentationFormat>
  <Paragraphs>245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Team Contribution</dc:title>
  <dc:subject>Equal technical responsibility split</dc:subject>
  <dc:creator>Annam Akash and B. Hema</dc:creator>
  <cp:keywords/>
  <dc:description>generated using python-pptx</dc:description>
  <cp:lastModifiedBy>Akash Annam</cp:lastModifiedBy>
  <cp:revision>2</cp:revision>
  <dcterms:created xsi:type="dcterms:W3CDTF">2013-01-27T09:14:16Z</dcterms:created>
  <dcterms:modified xsi:type="dcterms:W3CDTF">2026-08-27T15:16:19Z</dcterms:modified>
  <cp:category/>
</cp:coreProperties>
</file>
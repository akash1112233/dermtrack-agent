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600200"/>
                <a:gridCol w="1783080"/>
                <a:gridCol w="2267712"/>
                <a:gridCol w="1755648"/>
                <a:gridCol w="2295144"/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600200"/>
                <a:gridCol w="1783080"/>
                <a:gridCol w="2267712"/>
                <a:gridCol w="1755648"/>
                <a:gridCol w="2295144"/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73551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Conditional Tavily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7433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Research Gap</dc:title>
  <dc:subject>Research gap and project contribution slides</dc:subject>
  <dc:creator>Annam Akash and B. Hema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
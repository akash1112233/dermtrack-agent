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600200"/>
                <a:gridCol w="1783080"/>
                <a:gridCol w="2267712"/>
                <a:gridCol w="1755648"/>
                <a:gridCol w="2295144"/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600200"/>
                <a:gridCol w="1783080"/>
                <a:gridCol w="2267712"/>
                <a:gridCol w="1755648"/>
                <a:gridCol w="2295144"/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anchor="ctr" marL="73152" marR="54864" marT="36576" marB="36576">
                    <a:solidFill>
                      <a:srgbClr val="144350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anchor="t" marL="73152" marR="54864" marT="54864" marB="36576">
                    <a:solidFill>
                      <a:srgbClr val="10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anchor="t" marL="73152" marR="54864" marT="54864" marB="36576">
                    <a:solidFill>
                      <a:srgbClr val="13334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Literature Review</dc:title>
  <dc:subject>Literature review comparison slides</dc:subject>
  <dc:creator>Annam Akash and B. Hema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
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Introduction</dc:title>
  <dc:subject>Project review introduction slide</dc:subject>
  <dc:creator>Annam Akash and B. Hema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
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The gap DermTrack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623560" cy="18470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People struggle to interpret skin symptoms and decide what to do next. Online information is often fragmented, hard to verify, and unsafe without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4" y="22128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Unstructured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Symptoms, history, and images arrive in different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871215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7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9981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Reliable medical information is scattered across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2958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5112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Safety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58183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 confident but unsupported answer can delay appropriate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41879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6966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Limited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Previous consultations and observations are hard to organize.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10881360" cy="1234440"/>
          </a:xfrm>
          <a:prstGeom prst="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DERMTRACK'S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60"/>
            <a:ext cx="8092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Structured intake + optional image observations + safety triage + trusted retrieval + consultation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EEDF0"/>
                </a:solidFill>
                <a:latin typeface="Aptos"/>
              </a:defRPr>
            </a:pPr>
            <a:r>
              <a:t>Supports informed next steps; it does not replace a dermatologist or issue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Who needs it—and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Patients seeking understandable guidance</a:t>
            </a:r>
            <a:br/>
            <a:br/>
            <a:r>
              <a:t>Clinicians reviewing structured consultation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719072"/>
            <a:ext cx="82296" cy="1865376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AI-assisted dermatology support</a:t>
            </a:r>
            <a:br/>
            <a:br/>
            <a:r>
              <a:t>Text + optional skin images + medical knowledge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Make first-line information more organized, explainable, privacy-conscious, and safety-aware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230368" cy="1417320"/>
          </a:xfrm>
          <a:prstGeom prst="roundRect">
            <a:avLst/>
          </a:prstGeom>
          <a:solidFill>
            <a:srgbClr val="144350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PRACTICAL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A realistic workflow for collecting better consultation context, grounding answers in trusted sources, flagging warning signs, and preserving a usable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77639"/>
            <a:ext cx="5349240" cy="1417320"/>
          </a:xfrm>
          <a:prstGeom prst="roundRect">
            <a:avLst/>
          </a:prstGeom>
          <a:solidFill>
            <a:srgbClr val="363140"/>
          </a:solidFill>
          <a:ln w="12700"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590288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Improve access to understandable, evidence-linked support; encourage earlier professional attention when red flags appear; and reduce unsupported, overconfident health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8978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impact is a design objective, not a claim of clinical effectiveness; validation with clinicians and real-world users remains future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DermTrack Agent — Introduction and Problem Identification</dc:title>
  <dc:subject>Project review slides</dc:subject>
  <dc:creator>Annam Akash and B. Hema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
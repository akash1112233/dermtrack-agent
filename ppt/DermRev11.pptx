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" y="2231577"/>
            <a:ext cx="288036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Patients seeking understandable guidance</a:t>
            </a:r>
            <a:endParaRPr lang="en-IN" dirty="0"/>
          </a:p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br>
              <a:rPr dirty="0"/>
            </a:br>
            <a:r>
              <a:rPr dirty="0"/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8161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rPr dirty="0"/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73563"/>
            <a:ext cx="413014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rPr dirty="0"/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073652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rPr dirty="0"/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73563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rPr dirty="0"/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49396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Dermatology image AI and multimodal models</a:t>
            </a:r>
            <a:br>
              <a:rPr dirty="0"/>
            </a:br>
            <a:br>
              <a:rPr dirty="0"/>
            </a:br>
            <a:r>
              <a:rPr dirty="0"/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rPr dirty="0"/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49395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RAG and medical language models</a:t>
            </a:r>
            <a:br>
              <a:rPr dirty="0"/>
            </a:br>
            <a:br>
              <a:rPr dirty="0"/>
            </a:br>
            <a:r>
              <a:rPr dirty="0"/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547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547" y="2436877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Bias, explainability, and governance</a:t>
            </a:r>
            <a:br>
              <a:rPr dirty="0"/>
            </a:br>
            <a:br>
              <a:rPr dirty="0"/>
            </a:br>
            <a:r>
              <a:rPr dirty="0"/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0845" y="413192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0845" y="4360277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19125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Conditional </a:t>
            </a:r>
            <a:r>
              <a:rPr dirty="0" err="1"/>
              <a:t>Tavily</a:t>
            </a:r>
            <a:r>
              <a:rPr dirty="0"/>
              <a:t>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6976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1591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Structured patient details</a:t>
            </a:r>
            <a:br>
              <a:rPr dirty="0"/>
            </a:br>
            <a:r>
              <a:rPr dirty="0"/>
              <a:t>Optional image upload</a:t>
            </a:r>
            <a:br>
              <a:rPr dirty="0"/>
            </a:br>
            <a:r>
              <a:rPr dirty="0"/>
              <a:t>Audio transcription through </a:t>
            </a:r>
            <a:r>
              <a:rPr dirty="0" err="1"/>
              <a:t>Deepgram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01591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Gemini image observations</a:t>
            </a:r>
            <a:br>
              <a:rPr dirty="0"/>
            </a:br>
            <a:r>
              <a:rPr dirty="0"/>
              <a:t>Safety red-flag triage</a:t>
            </a:r>
            <a:br>
              <a:rPr dirty="0"/>
            </a:br>
            <a:r>
              <a:rPr dirty="0" err="1"/>
              <a:t>LangGraph</a:t>
            </a:r>
            <a:r>
              <a:rPr dirty="0"/>
              <a:t>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87752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Local RAG from trusted sources</a:t>
            </a:r>
            <a:br>
              <a:rPr dirty="0"/>
            </a:br>
            <a:r>
              <a:rPr dirty="0" err="1"/>
              <a:t>ChromaDB</a:t>
            </a:r>
            <a:r>
              <a:rPr dirty="0"/>
              <a:t> or Atlas vector search</a:t>
            </a:r>
            <a:br>
              <a:rPr dirty="0"/>
            </a:br>
            <a:r>
              <a:rPr dirty="0"/>
              <a:t>Conditional </a:t>
            </a:r>
            <a:r>
              <a:rPr dirty="0" err="1"/>
              <a:t>Tavily</a:t>
            </a:r>
            <a:r>
              <a:rPr dirty="0"/>
              <a:t>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30852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Non-diagnostic language</a:t>
            </a:r>
            <a:br>
              <a:rPr dirty="0"/>
            </a:br>
            <a:r>
              <a:rPr dirty="0"/>
              <a:t>No invented prescriptions</a:t>
            </a:r>
            <a:br>
              <a:rPr dirty="0"/>
            </a:br>
            <a:r>
              <a:rPr dirty="0"/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233671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436773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Evidence-linked educational response</a:t>
            </a:r>
            <a:br>
              <a:rPr dirty="0"/>
            </a:br>
            <a:r>
              <a:rPr dirty="0"/>
              <a:t>Uncertainty-aware wording</a:t>
            </a:r>
            <a:br>
              <a:rPr dirty="0"/>
            </a:br>
            <a:r>
              <a:rPr dirty="0"/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1788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448310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MongoDB consultation records</a:t>
            </a:r>
            <a:br>
              <a:rPr dirty="0"/>
            </a:br>
            <a:r>
              <a:rPr dirty="0" err="1"/>
              <a:t>GridFS</a:t>
            </a:r>
            <a:r>
              <a:rPr dirty="0"/>
              <a:t> image storage</a:t>
            </a:r>
            <a:br>
              <a:rPr dirty="0"/>
            </a:br>
            <a:r>
              <a:rPr dirty="0"/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Retrieve trusted sources</a:t>
            </a:r>
            <a:br/>
            <a:r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011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2E7F5-5774-5ED4-0D9E-3F7DA093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7" y="1489183"/>
            <a:ext cx="7583946" cy="50559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Role of the database and data-management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separates operational patient data from searchable medical knowledge so each data type can be stored and accessed appropriately.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Operational application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structured patient intake, consultation records, transcripts, image observations, triage outcomes, retrieved-source metadata, generated responses, timestamps, 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194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E67"/>
                </a:solidFill>
                <a:latin typeface="Aptos"/>
              </a:defRPr>
            </a:pPr>
            <a: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Large-file image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uploaded JPEG, PNG, and WEBP consultation images separately from the consultation document. The record keeps the GridFS file ID and content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CHROMADB OR ATLAS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871216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rPr dirty="0"/>
              <a:t>Medical knowledge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trusted-document chunks, embeddings, source URLs, trust tiers, page numbers, and document metadata. It is not used as the patient-record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81360" cy="841248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DATA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92040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 → Validate → Process → Retrieve evidence → Generate response → Persist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Design principle: patient data remains in the application database, while medical knowledge is indexed separately for retrieval.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Equal technical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Both members contribute to the core implementation, not only documentation or presentation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91440" cy="342900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Annam 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23MIA1112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Backend, AI workflow &amp; data engineering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65576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5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FastAPI APIs and LangGraph workflow orchestration.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858768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5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multimodal input handling and Gemini/Deepgram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5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RAG ingestion, chunking, embeddings, and vector retrieval.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45151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5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MongoDB persistence, GridFS image storage, and consultation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1901952"/>
            <a:ext cx="91440" cy="342900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3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B. 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23MIA1101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Client experience, evaluation &amp; responsible AI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3465576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2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the patient/clinician interface and structured intake experience.</a:t>
            </a:r>
          </a:p>
        </p:txBody>
      </p:sp>
      <p:sp>
        <p:nvSpPr>
          <p:cNvPr id="27" name="Oval 26"/>
          <p:cNvSpPr/>
          <p:nvPr/>
        </p:nvSpPr>
        <p:spPr>
          <a:xfrm>
            <a:off x="6528816" y="3858768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response presentation, source citations, and history views.</a:t>
            </a:r>
          </a:p>
        </p:txBody>
      </p:sp>
      <p:sp>
        <p:nvSpPr>
          <p:cNvPr id="29" name="Oval 28"/>
          <p:cNvSpPr/>
          <p:nvPr/>
        </p:nvSpPr>
        <p:spPr>
          <a:xfrm>
            <a:off x="6528816" y="4251959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48272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evaluation datasets, safety tests, usability checks, and error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528816" y="4645151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 privacy, fairness, documentation, and end-to-end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81360" cy="566928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77900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SHARED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751576"/>
            <a:ext cx="8001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Architecture decisions · Git collaboration · Integration testing · Lecturer review · Final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1960</Words>
  <Application>Microsoft Office PowerPoint</Application>
  <PresentationFormat>Widescreen</PresentationFormat>
  <Paragraphs>266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Team Contribution</dc:title>
  <dc:subject>Equal technical responsibility split</dc:subject>
  <dc:creator>Annam Akash and B. Hema</dc:creator>
  <cp:keywords/>
  <dc:description>generated using python-pptx</dc:description>
  <cp:lastModifiedBy>Akash Annam</cp:lastModifiedBy>
  <cp:revision>5</cp:revision>
  <dcterms:created xsi:type="dcterms:W3CDTF">2013-01-27T09:14:16Z</dcterms:created>
  <dcterms:modified xsi:type="dcterms:W3CDTF">2026-08-27T16:12:36Z</dcterms:modified>
  <cp:category/>
</cp:coreProperties>
</file>